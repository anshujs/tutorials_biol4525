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gif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sA3F8CdAZTY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Users/anshumanjaysingh/PymolMovingMakingWorkshop/workshop/build/gif/cover_spin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0" y="889000"/>
            <a:ext cx="5080000" cy="508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clear.png">
            <a:hlinkClick r:id="rId3" tooltip="Watch on YouTube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78000"/>
            <a:ext cx="3606800" cy="825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3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3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3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3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3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4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os/s-4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PyMOL Scenes and Movies Workshop (open-source PyMOL)</dc:title>
  <dc:subject>PptxGenJS Presentation</dc:subject>
  <dc:creator>Anshuman Jaysingh</dc:creator>
  <cp:lastModifiedBy>Anshuman Jaysingh</cp:lastModifiedBy>
  <cp:revision>1</cp:revision>
  <dcterms:created xsi:type="dcterms:W3CDTF">2026-10-22T07:15:46Z</dcterms:created>
  <dcterms:modified xsi:type="dcterms:W3CDTF">2026-10-22T07:15:46Z</dcterms:modified>
</cp:coreProperties>
</file>