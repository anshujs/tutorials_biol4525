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A3F8CdAZTY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anshumanjaysingh/PymolMovingMakingWorkshop/workshop/build/gif/cover_spin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889000"/>
            <a:ext cx="508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lear.png">
            <a:hlinkClick r:id="rId3" tooltip="Watch on YouTub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78000"/>
            <a:ext cx="36068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31/s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PyMOL Scenes and Movies Workshop (PyMOL 3.1)</dc:title>
  <dc:subject>PptxGenJS Presentation</dc:subject>
  <dc:creator>Anshuman Jaysingh</dc:creator>
  <cp:lastModifiedBy>Anshuman Jaysingh</cp:lastModifiedBy>
  <cp:revision>1</cp:revision>
  <dcterms:created xsi:type="dcterms:W3CDTF">2026-10-22T07:37:16Z</dcterms:created>
  <dcterms:modified xsi:type="dcterms:W3CDTF">2026-10-22T07:37:16Z</dcterms:modified>
</cp:coreProperties>
</file>